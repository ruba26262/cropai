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CAD66-EB8F-4BA1-B78C-A1B2EEB45E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9D2465-0E4F-440F-8E8D-373F4A7A53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F58180-32CA-4925-B0E3-5DB8E3C9238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E60792E3-D524-454C-8AFD-A91972900BCB}" type="datetime1">
              <a:t>9/1/2026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228CB-30BD-4BE4-A0DD-05725C66A3A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61C02A-B060-4C80-A63B-125D032618C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5B7E1BAA-A38D-40DE-B22C-DF9BD7D8205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41D97-1210-4869-9D1D-6FED8A9A4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22219-881F-4854-A05D-2AE477A6DD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018068-8539-497F-AACD-9C445BA7CA7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708B7524-32A2-4C20-A58C-BC3BAA1042FC}" type="datetime1">
              <a:t>9/1/2026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9F01F7-1760-48F7-99C7-5538F93EAA0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0BD13C-A518-4275-8D91-2400AF6849B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677C3CE7-23F7-4828-823C-E0205DF2C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52AC8-D360-46C4-A001-3B0F33F74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859686-FB64-4C74-B137-6033F31245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48060-CF49-46C7-9F01-EF0A6D502C9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1E994447-D6B2-43BB-A877-57F1A267B999}" type="datetime1">
              <a:t>9/1/2026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75B330-2C89-44EF-B3DF-385E0ECB459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14340B-3C81-4DD0-90F4-2E63F34621A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41DB31D2-2A87-4F4C-A9AD-05C6CC2B321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4A492-8EF8-48A7-9EC9-C3B0044F4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37F77-6388-4F2E-A32D-A46584B2F2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401E62-0D42-4AC9-A9D1-5D7235F678B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D657A61-F770-4CA1-BAD8-D69B7D8D43D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68920E16-BD35-483C-AA6B-346FC7E46DEA}" type="datetime1">
              <a:t>9/1/2026</a:t>
            </a:fld>
            <a:endParaRPr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7D4336A-7568-4D1E-A292-34DEAC6F5E8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359533-E8A4-4138-9585-2A1D154826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E1FC16D9-1635-4844-816A-0A8A2160FAD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D7D7D-D7C8-417F-A654-DDA597768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D131EA-7AB5-4A32-9130-8A464D8AD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662973-D798-48E6-A4A1-97C663EE2F73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BEA485-ADBC-49E3-97F2-3910C5954513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7BF2A9-35CC-4626-BB0B-5F77ADAA4AE6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09F032A-8EE3-4210-950D-E4C60468038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2FEAC6F8-5103-4FC0-A69E-5C6AE6469DA8}" type="datetime1">
              <a:t>9/1/2026</a:t>
            </a:fld>
            <a:endParaRPr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E1FB4F7-CA1B-4DA0-8447-AE3EB68B8F6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22C89B-59C9-4FA3-9D55-4C29943652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71C4100A-98DE-4944-910A-A93F5CA9F72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AD06A-C0C9-40EC-B094-6F00B18D4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7D47F67-3388-4D56-9E49-8259EF61788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C60C6921-0627-4C8F-83D5-0CF936D2FFDD}" type="datetime1">
              <a:t>9/1/2026</a:t>
            </a:fld>
            <a:endParaRPr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A0E2EA5-33CB-4E9C-8B75-5DBEBC9471E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F72D01A-06C5-48C0-A9ED-A55EC824F6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6A63342B-5A73-45DC-864D-086DE78037E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BB308EC4-0CC0-414F-A2CA-830AAB6C2E7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2FF08AD7-8103-40F8-983C-E2BA6BB9CBE0}" type="datetime1">
              <a:t>9/1/2026</a:t>
            </a:fld>
            <a:endParaRPr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E69F014-4D5C-4DC9-8714-83B5B63F138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7CA5EBF-568E-4EC2-B604-D25EB6EC67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B635AFB3-1ACD-44AC-8702-86B1729DF03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6BE3F-5B26-4761-8725-D54901BA1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6A4B8-F12E-41DF-BA25-D2E336F50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3B96F0-A8E0-467D-A20B-68312FC5E7D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974B9A0-3CC8-42B4-875B-57B0DE83450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DF8C06B4-9380-4A4D-AF49-A3596E17DAF5}" type="datetime1">
              <a:t>9/1/2026</a:t>
            </a:fld>
            <a:endParaRPr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55B6FE7-3BBA-4B9A-A5FA-A72C05DACAB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E3AE3D5-C47E-466F-AFAC-93105ACA37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05CF15F3-5E77-4C57-9E21-50D6D1D6C02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B7457-78D3-4D27-A7BA-4F8E5B553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89C3AC-9A7B-4B65-85DF-940830801A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buNone/>
            </a:pPr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D2E6EF-8A59-4BB3-B3BF-49D7110611E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4A65160-3050-488A-9E83-15E6709CFB6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EF7FDEF1-C582-4E22-9E77-D68326471F28}" type="datetime1">
              <a:t>9/1/2026</a:t>
            </a:fld>
            <a:endParaRPr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DAD4F0D-E97B-4D82-8DF4-ADC1100785E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CA3BC8-2A80-4FC9-BCEA-8010CF629C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1242169A-B3C7-4FB6-967F-AF95F4EB331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EDA6C-638C-4861-95E5-C4FB656BD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F2B584-B35C-4A65-B482-A1FC43306F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3EB7F9-DA81-4373-8696-967A3FB79C1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053C3A68-6922-42D3-8905-ECC2D82A3469}" type="datetime1">
              <a:t>9/1/2026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96BD1F-E775-4337-9B1C-2B77A8B6BDB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28A69-7F09-4A5A-995B-5BE0AEDF3BD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94FDD027-5576-4F27-AAB6-1D994836EE7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232109-01A2-48AA-AF0B-6F6174D41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B28753-BAB4-46B2-9087-F883E95048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28703-07DD-468A-B7CB-7CA0C3B4532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CB69E9F4-7604-4950-A8B2-8ACDEDB1506E}" type="datetime1">
              <a:t>9/1/2026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87CFDC-7D31-42B8-B1F4-C99CDF434C3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1404D-BA43-4119-9B2D-081A613E155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2957CE61-8714-431B-A40A-01B1C5541AB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3C0DBE5B-342E-44BA-8574-43655641D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/>
          <a:lstStyle/>
          <a:p>
            <a:pPr lvl="0">
              <a:buNone/>
            </a:pPr>
            <a:r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F7A0F65B-9CFF-4EBF-BF28-60474F2272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E2687A-7566-4B84-A809-3AFB10256FE1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anchor="ctr"/>
          <a:lstStyle>
            <a:lvl1pPr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>
            <a:fld id="{780A9602-A9A9-453F-AEF1-37B5837E02CD}" type="datetime1">
              <a:t>9/1/2026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10339-309A-4CC3-A9C7-A5262D5E0E49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739BD2-C2CB-430F-BFBF-F7F55EED0799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anchor="ctr"/>
          <a:lstStyle>
            <a:lvl1pPr algn="r"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>
            <a:fld id="{1411BA53-830D-4830-BB65-E58DBE17D0B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>
        <a:spcBef>
          <a:spcPct val="0"/>
        </a:spcBef>
        <a:spcAft>
          <a:spcPct val="0"/>
        </a:spcAft>
        <a:buNone/>
        <a:defRPr sz="44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2pPr>
      <a:lvl3pPr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3pPr>
      <a:lvl4pPr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4pPr>
      <a:lvl5pPr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5pPr>
      <a:lvl6pPr marL="4572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6pPr>
      <a:lvl7pPr marL="9144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7pPr>
      <a:lvl8pPr marL="13716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8pPr>
      <a:lvl9pPr marL="18288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9pPr>
    </p:titleStyle>
    <p:bodyStyle>
      <a:lvl1pPr marL="342900" indent="-342900" algn="l" defTabSz="457200">
        <a:spcBef>
          <a:spcPct val="20000"/>
        </a:spcBef>
        <a:spcAft>
          <a:spcPct val="0"/>
        </a:spcAft>
        <a:buFont typeface="Arial"/>
        <a:buChar char="•"/>
        <a:defRPr sz="32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marL="742950" indent="-285750" algn="l" defTabSz="457200">
        <a:spcBef>
          <a:spcPct val="2000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TradeGothic"/>
          <a:ea typeface="TradeGothic"/>
          <a:cs typeface="TradeGothic"/>
        </a:defRPr>
      </a:lvl2pPr>
      <a:lvl3pPr marL="1143000" indent="-228600" algn="l" defTabSz="457200">
        <a:spcBef>
          <a:spcPct val="200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TradeGothic"/>
          <a:ea typeface="TradeGothic"/>
          <a:cs typeface="TradeGothic"/>
        </a:defRPr>
      </a:lvl3pPr>
      <a:lvl4pPr marL="1600200" indent="-228600" algn="l" defTabSz="457200">
        <a:spcBef>
          <a:spcPct val="2000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4pPr>
      <a:lvl5pPr marL="2057400" indent="-228600" algn="l" defTabSz="457200">
        <a:spcBef>
          <a:spcPct val="2000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</a:extLst>
          </p:cNvPr>
          <p:cNvSpPr>
            <a:spLocks noGrp="1"/>
          </p:cNvSpPr>
          <p:nvPr/>
        </p:nvSpPr>
        <p:spPr>
          <a:xfrm>
            <a:off x="1524000" y="84841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</a:extLst>
          </p:cNvPr>
          <p:cNvSpPr>
            <a:spLocks noGrp="1"/>
          </p:cNvSpPr>
          <p:nvPr/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/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pic>
        <p:nvPicPr>
          <p:cNvPr id="42" name="Picture 4"/>
          <p:cNvPicPr>
            <a:picLocks noChangeAspect="1"/>
          </p:cNvPicPr>
          <p:nvPr/>
        </p:nvPicPr>
        <p:blipFill rotWithShape="1">
          <a:blip r:embed="rId3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>
            <a:extLst>
              <a:ext uri="{FF2B5EF4-FFF2-40B4-BE49-F238E27FC236}">
                <a16:creationId xmlns:a16="http://schemas.microsoft.com/office/drawing/2014/main" id="{37CBCBB4-2A80-4879-90BE-35C2BF93DE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1500" y="1028700"/>
            <a:ext cx="5429250" cy="723900"/>
          </a:xfrm>
        </p:spPr>
        <p:txBody>
          <a:bodyPr anchor="ctr"/>
          <a:lstStyle/>
          <a:p>
            <a:pPr algn="l">
              <a:defRPr sz="1800">
                <a:solidFill>
                  <a:srgbClr val="6B7280"/>
                </a:solidFill>
              </a:defRPr>
            </a:pPr>
            <a:r>
              <a:rPr sz="1800">
                <a:solidFill>
                  <a:srgbClr val="6B7280"/>
                </a:solidFill>
              </a:rPr>
              <a:t>Detect early. Act safely.</a:t>
            </a:r>
            <a:endParaRPr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algn="l">
              <a:defRPr sz="1800">
                <a:solidFill>
                  <a:srgbClr val="6B7280"/>
                </a:solidFill>
              </a:defRPr>
            </a:pPr>
            <a:r>
              <a:rPr sz="1800">
                <a:solidFill>
                  <a:srgbClr val="6B7280"/>
                </a:solidFill>
              </a:rPr>
              <a:t>Escalate intelligently.</a:t>
            </a:r>
            <a:endParaRPr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87598FE-2891-4894-B198-49993C2775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1500" y="361950"/>
            <a:ext cx="5334000" cy="666750"/>
          </a:xfrm>
        </p:spPr>
        <p:txBody>
          <a:bodyPr anchor="ctr"/>
          <a:lstStyle/>
          <a:p>
            <a:pPr algn="l">
              <a:defRPr sz="3150" b="1">
                <a:solidFill>
                  <a:srgbClr val="1F4E79"/>
                </a:solidFill>
              </a:defRPr>
            </a:pPr>
            <a:r>
              <a:rPr sz="3150" b="1">
                <a:solidFill>
                  <a:srgbClr val="1F4E79"/>
                </a:solidFill>
                <a:latin typeface="Garamond"/>
                <a:ea typeface="Garamond"/>
                <a:cs typeface="Garamond"/>
              </a:rPr>
              <a:t>CropAI</a:t>
            </a:r>
            <a:endParaRPr sz="4000" b="1">
              <a:solidFill>
                <a:schemeClr val="tx2"/>
              </a:solidFill>
              <a:latin typeface="Garamond"/>
              <a:ea typeface="Garamond"/>
              <a:cs typeface="Garamon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916570-2D81-4602-9E58-AA0B21B09173}"/>
              </a:ext>
            </a:extLst>
          </p:cNvPr>
          <p:cNvSpPr>
            <a:spLocks noGrp="1"/>
          </p:cNvSpPr>
          <p:nvPr/>
        </p:nvSpPr>
        <p:spPr>
          <a:xfrm>
            <a:off x="571500" y="2238375"/>
            <a:ext cx="5429250" cy="2352952"/>
          </a:xfrm>
          <a:prstGeom prst="rect">
            <a:avLst/>
          </a:prstGeom>
          <a:noFill/>
        </p:spPr>
        <p:txBody>
          <a:bodyPr wrap="square" lIns="0" tIns="0" rIns="9525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6"/>
              </a:spcAft>
              <a:buNone/>
              <a:defRPr sz="1500">
                <a:solidFill>
                  <a:srgbClr val="111827"/>
                </a:solidFill>
              </a:defRPr>
            </a:pPr>
            <a:r>
              <a:rPr sz="2000" b="1" dirty="0">
                <a:solidFill>
                  <a:srgbClr val="111827"/>
                </a:solidFill>
              </a:rPr>
              <a:t>Problem Statement  </a:t>
            </a:r>
            <a:r>
              <a:rPr sz="2000" dirty="0">
                <a:solidFill>
                  <a:srgbClr val="111827"/>
                </a:solidFill>
              </a:rPr>
              <a:t>26131</a:t>
            </a:r>
          </a:p>
          <a:p>
            <a:pPr algn="l">
              <a:lnSpc>
                <a:spcPct val="110000"/>
              </a:lnSpc>
              <a:spcAft>
                <a:spcPts val="16"/>
              </a:spcAft>
              <a:buNone/>
              <a:defRPr sz="1500">
                <a:solidFill>
                  <a:srgbClr val="111827"/>
                </a:solidFill>
              </a:defRPr>
            </a:pPr>
            <a:r>
              <a:rPr sz="2000" b="1" dirty="0">
                <a:solidFill>
                  <a:srgbClr val="111827"/>
                </a:solidFill>
              </a:rPr>
              <a:t>Problem  </a:t>
            </a:r>
            <a:r>
              <a:rPr sz="2000" dirty="0">
                <a:solidFill>
                  <a:srgbClr val="111827"/>
                </a:solidFill>
              </a:rPr>
              <a:t>Crop disease and pest infestation early detection</a:t>
            </a:r>
          </a:p>
          <a:p>
            <a:pPr algn="l">
              <a:lnSpc>
                <a:spcPct val="110000"/>
              </a:lnSpc>
              <a:spcAft>
                <a:spcPts val="16"/>
              </a:spcAft>
              <a:buNone/>
              <a:defRPr sz="1500">
                <a:solidFill>
                  <a:srgbClr val="111827"/>
                </a:solidFill>
              </a:defRPr>
            </a:pPr>
            <a:r>
              <a:rPr sz="2000" b="1" dirty="0">
                <a:solidFill>
                  <a:srgbClr val="111827"/>
                </a:solidFill>
              </a:rPr>
              <a:t>Theme  </a:t>
            </a:r>
            <a:r>
              <a:rPr sz="2000" dirty="0">
                <a:solidFill>
                  <a:srgbClr val="111827"/>
                </a:solidFill>
              </a:rPr>
              <a:t>Agriculture / </a:t>
            </a:r>
            <a:r>
              <a:rPr sz="2000" dirty="0" err="1">
                <a:solidFill>
                  <a:srgbClr val="111827"/>
                </a:solidFill>
              </a:rPr>
              <a:t>FoodTech</a:t>
            </a:r>
            <a:r>
              <a:rPr sz="2000" dirty="0">
                <a:solidFill>
                  <a:srgbClr val="111827"/>
                </a:solidFill>
              </a:rPr>
              <a:t> / Rural Development</a:t>
            </a:r>
          </a:p>
          <a:p>
            <a:pPr algn="l">
              <a:lnSpc>
                <a:spcPct val="110000"/>
              </a:lnSpc>
              <a:spcAft>
                <a:spcPts val="16"/>
              </a:spcAft>
              <a:buNone/>
              <a:defRPr sz="1500">
                <a:solidFill>
                  <a:srgbClr val="111827"/>
                </a:solidFill>
              </a:defRPr>
            </a:pPr>
            <a:r>
              <a:rPr sz="2000" b="1" dirty="0">
                <a:solidFill>
                  <a:srgbClr val="111827"/>
                </a:solidFill>
              </a:rPr>
              <a:t>Category  </a:t>
            </a:r>
            <a:r>
              <a:rPr sz="2000" dirty="0">
                <a:solidFill>
                  <a:srgbClr val="111827"/>
                </a:solidFill>
              </a:rPr>
              <a:t>Software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buNone/>
              <a:defRPr sz="1500">
                <a:solidFill>
                  <a:srgbClr val="111827"/>
                </a:solidFill>
              </a:defRPr>
            </a:pPr>
            <a:r>
              <a:rPr sz="2000" b="1" dirty="0">
                <a:solidFill>
                  <a:srgbClr val="111827"/>
                </a:solidFill>
              </a:rPr>
              <a:t>Team  </a:t>
            </a:r>
            <a:r>
              <a:rPr sz="2000" dirty="0">
                <a:solidFill>
                  <a:srgbClr val="111827"/>
                </a:solidFill>
              </a:rPr>
              <a:t>Trouble Shooters</a:t>
            </a:r>
          </a:p>
        </p:txBody>
      </p:sp>
      <p:pic>
        <p:nvPicPr>
          <p:cNvPr id="46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928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BB62D58-0AE2-4B3F-96DF-1F74DDEE15DC}"/>
              </a:ext>
            </a:extLst>
          </p:cNvPr>
          <p:cNvSpPr>
            <a:spLocks noGrp="1"/>
          </p:cNvSpPr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5361" name="Title 1">
            <a:extLst>
              <a:ext uri="{FF2B5EF4-FFF2-40B4-BE49-F238E27FC236}">
                <a16:creationId xmlns:a16="http://schemas.microsoft.com/office/drawing/2014/main" id="{4CB14F9A-CD0A-416B-99B3-0770FEEA4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>
              <a:buNone/>
            </a:pPr>
            <a:r>
              <a:t>THE CHALLENGE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EBC09F-0893-48B3-8DDD-295CCBBB1D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598689-54C9-18A7-3A19-ED76AA08988F}" type="slidenum">
              <a:rPr b="1">
                <a:solidFill>
                  <a:schemeClr val="bg1"/>
                </a:solidFill>
              </a:rPr>
              <a:t>2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7C9F014-66DD-4A40-97B9-C0E55A7F10D3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buNone/>
            </a:pPr>
            <a:r>
              <a:rPr>
                <a:solidFill>
                  <a:schemeClr val="bg1"/>
                </a:solidFill>
              </a:rPr>
              <a:t>CropAI • SIH 2026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noGrp="1"/>
          </p:cNvSpPr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  <a:defRPr sz="1050"/>
            </a:pPr>
            <a:r>
              <a:rPr sz="1050"/>
              <a:t>Trouble Shooters</a:t>
            </a:r>
            <a:endParaRPr/>
          </a:p>
        </p:txBody>
      </p:sp>
      <p:pic>
        <p:nvPicPr>
          <p:cNvPr id="15369" name="Picture 1536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464733" y="1143000"/>
            <a:ext cx="9262533" cy="5210175"/>
          </a:xfrm>
          <a:prstGeom prst="rect">
            <a:avLst/>
          </a:prstGeom>
        </p:spPr>
      </p:pic>
      <p:pic>
        <p:nvPicPr>
          <p:cNvPr id="15370" name="Picture 1536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780080" y="1528"/>
            <a:ext cx="2249805" cy="1062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73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Grp="1"/>
          </p:cNvSpPr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348EBDFD-8779-4ECD-9014-9B7D1ABAC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OUR SOLUTION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D1786-1DF2-40E0-A5A1-F0B6D727EAA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02359C0-8A7A-196E-DD58-8E6569619F09}" type="slidenum">
              <a:rPr b="1">
                <a:solidFill>
                  <a:schemeClr val="bg1"/>
                </a:solidFill>
              </a:rPr>
              <a:t>3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057C101-ACD2-4263-A17B-D8F67F8AA3E2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buNone/>
            </a:pPr>
            <a:r>
              <a:rPr>
                <a:solidFill>
                  <a:schemeClr val="bg1"/>
                </a:solidFill>
              </a:rPr>
              <a:t>CropAI • SIH 2026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noGrp="1"/>
          </p:cNvSpPr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  <a:defRPr sz="1050"/>
            </a:pPr>
            <a:r>
              <a:rPr sz="1050"/>
              <a:t>Trouble Shooters</a:t>
            </a:r>
            <a:endParaRPr/>
          </a:p>
        </p:txBody>
      </p:sp>
      <p:pic>
        <p:nvPicPr>
          <p:cNvPr id="17417" name="Picture 174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464733" y="1143000"/>
            <a:ext cx="9262533" cy="5210175"/>
          </a:xfrm>
          <a:prstGeom prst="rect">
            <a:avLst/>
          </a:prstGeom>
        </p:spPr>
      </p:pic>
      <p:pic>
        <p:nvPicPr>
          <p:cNvPr id="17418" name="Picture 174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780080" y="1528"/>
            <a:ext cx="2249805" cy="1062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993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Grp="1"/>
          </p:cNvSpPr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348EBDFD-8779-4ECD-9014-9B7D1ABAC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HOW IT WORKS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D1786-1DF2-40E0-A5A1-F0B6D727EAA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FD6AB9A-5F9E-5F59-51AB-3C8734130965}" type="slidenum">
              <a:rPr b="1">
                <a:solidFill>
                  <a:schemeClr val="bg1"/>
                </a:solidFill>
              </a:rPr>
              <a:t>4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057C101-ACD2-4263-A17B-D8F67F8AA3E2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buNone/>
            </a:pPr>
            <a:r>
              <a:rPr>
                <a:solidFill>
                  <a:schemeClr val="bg1"/>
                </a:solidFill>
              </a:rPr>
              <a:t>CropAI • SIH 2026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noGrp="1"/>
          </p:cNvSpPr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  <a:defRPr sz="1050"/>
            </a:pPr>
            <a:r>
              <a:rPr sz="1050"/>
              <a:t>Trouble Shooters</a:t>
            </a:r>
            <a:endParaRPr/>
          </a:p>
        </p:txBody>
      </p:sp>
      <p:pic>
        <p:nvPicPr>
          <p:cNvPr id="17417" name="Picture 174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464733" y="1143000"/>
            <a:ext cx="9262533" cy="5210175"/>
          </a:xfrm>
          <a:prstGeom prst="rect">
            <a:avLst/>
          </a:prstGeom>
        </p:spPr>
      </p:pic>
      <p:pic>
        <p:nvPicPr>
          <p:cNvPr id="17418" name="Picture 174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780080" y="1528"/>
            <a:ext cx="2249805" cy="1062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993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Grp="1"/>
          </p:cNvSpPr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AA1E4A94-DA22-49F9-8787-FDA3ED115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WHY CROPAI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DFE27-F7A7-434A-B784-1BEDDF4DF5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EE5B3003-2C54-13C6-9832-7637201064DE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5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328BB1F-F660-4EA0-A44F-6D9885E55E70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CropAI • SIH 2026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noGrp="1"/>
          </p:cNvSpPr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  <a:defRPr sz="1050"/>
            </a:pPr>
            <a:r>
              <a:rPr sz="1050"/>
              <a:t>Trouble Shooters</a:t>
            </a:r>
            <a:endParaRPr/>
          </a:p>
        </p:txBody>
      </p:sp>
      <p:pic>
        <p:nvPicPr>
          <p:cNvPr id="17417" name="Picture 174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464733" y="1143000"/>
            <a:ext cx="9262533" cy="5210175"/>
          </a:xfrm>
          <a:prstGeom prst="rect">
            <a:avLst/>
          </a:prstGeom>
        </p:spPr>
      </p:pic>
      <p:pic>
        <p:nvPicPr>
          <p:cNvPr id="17418" name="Picture 174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780080" y="1528"/>
            <a:ext cx="2249805" cy="1062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Grp="1"/>
          </p:cNvSpPr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74E21E38-C3C5-42A4-A317-534374CD5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FEASIBILITY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21E094-BDB2-4641-869E-D17051BAEF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C630A04-5A25-9E0C-9436-126091DB86B3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6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E16C46F-C4CD-41ED-9B86-3708DF23A610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CropAI • SIH 2026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noGrp="1"/>
          </p:cNvSpPr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  <a:defRPr sz="1050"/>
            </a:pPr>
            <a:r>
              <a:rPr sz="1050"/>
              <a:t>Trouble Shooters</a:t>
            </a:r>
            <a:endParaRPr/>
          </a:p>
        </p:txBody>
      </p:sp>
      <p:pic>
        <p:nvPicPr>
          <p:cNvPr id="17417" name="Picture 174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464733" y="1143000"/>
            <a:ext cx="9262533" cy="5210175"/>
          </a:xfrm>
          <a:prstGeom prst="rect">
            <a:avLst/>
          </a:prstGeom>
        </p:spPr>
      </p:pic>
      <p:pic>
        <p:nvPicPr>
          <p:cNvPr id="17418" name="Picture 174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780080" y="1528"/>
            <a:ext cx="2249805" cy="1062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Grp="1"/>
          </p:cNvSpPr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AA1E4A94-DA22-49F9-8787-FDA3ED115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THE OUTCOME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DFE27-F7A7-434A-B784-1BEDDF4DF5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D3D7D1C8-AE23-AA48-DF65-C742588DBE4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7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328BB1F-F660-4EA0-A44F-6D9885E55E70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CropAI • SIH 2026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noGrp="1"/>
          </p:cNvSpPr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  <a:defRPr sz="1050"/>
            </a:pPr>
            <a:r>
              <a:rPr sz="1050"/>
              <a:t>Trouble Shooters</a:t>
            </a:r>
            <a:endParaRPr/>
          </a:p>
        </p:txBody>
      </p:sp>
      <p:pic>
        <p:nvPicPr>
          <p:cNvPr id="17417" name="Picture 174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464733" y="1143000"/>
            <a:ext cx="9262533" cy="5210175"/>
          </a:xfrm>
          <a:prstGeom prst="rect">
            <a:avLst/>
          </a:prstGeom>
        </p:spPr>
      </p:pic>
      <p:pic>
        <p:nvPicPr>
          <p:cNvPr id="17418" name="Picture 174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780080" y="1528"/>
            <a:ext cx="2249805" cy="1062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</Words>
  <Application>Microsoft Office PowerPoint</Application>
  <DocSecurity>0</DocSecurity>
  <PresentationFormat>Widescreen</PresentationFormat>
  <Paragraphs>32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Garamond</vt:lpstr>
      <vt:lpstr>Times New Roman</vt:lpstr>
      <vt:lpstr>TradeGothic</vt:lpstr>
      <vt:lpstr>Office Theme</vt:lpstr>
      <vt:lpstr>CropAI</vt:lpstr>
      <vt:lpstr>THE CHALLENGE</vt:lpstr>
      <vt:lpstr>OUR SOLUTION</vt:lpstr>
      <vt:lpstr>HOW IT WORKS</vt:lpstr>
      <vt:lpstr>WHY CROPAI</vt:lpstr>
      <vt:lpstr>FEASIBILITY</vt:lpstr>
      <vt:lpstr>THE OUTCOME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Mohammed Farook S</cp:lastModifiedBy>
  <cp:revision>1</cp:revision>
  <dcterms:created xsi:type="dcterms:W3CDTF">2026-09-01T04:35:49Z</dcterms:created>
  <dcterms:modified xsi:type="dcterms:W3CDTF">2026-09-01T04:38:52Z</dcterms:modified>
</cp:coreProperties>
</file>