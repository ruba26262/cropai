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337a14fe054a1b" /><Relationship Type="http://schemas.openxmlformats.org/officeDocument/2006/relationships/extended-properties" Target="/docProps/app.xml" Id="R0f17ace558a44b79" /><Relationship Type="http://schemas.openxmlformats.org/officeDocument/2006/relationships/officeDocument" Target="/ppt/presentation.xml" Id="Rf195804864b842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020136e0254f04"/>
  </p:sldMasterIdLst>
  <p:notesMasterIdLst>
    <p:notesMasterId xmlns:r="http://schemas.openxmlformats.org/officeDocument/2006/relationships" r:id="R5745cfa601cd4976"/>
  </p:notesMasterIdLst>
  <p:sldIdLst>
    <p:sldId xmlns:r="http://schemas.openxmlformats.org/officeDocument/2006/relationships" id="256" r:id="R2fdd59e73fa34af6"/>
    <p:sldId xmlns:r="http://schemas.openxmlformats.org/officeDocument/2006/relationships" id="257" r:id="Rfbf22828a90a4b17"/>
    <p:sldId xmlns:r="http://schemas.openxmlformats.org/officeDocument/2006/relationships" id="258" r:id="R99880af5cb694f12"/>
    <p:sldId xmlns:r="http://schemas.openxmlformats.org/officeDocument/2006/relationships" id="259" r:id="R97b357e37f5942d3"/>
    <p:sldId xmlns:r="http://schemas.openxmlformats.org/officeDocument/2006/relationships" id="260" r:id="R222be43f2a6748e3"/>
    <p:sldId xmlns:r="http://schemas.openxmlformats.org/officeDocument/2006/relationships" id="261" r:id="R3dcef0181f13464d"/>
    <p:sldId xmlns:r="http://schemas.openxmlformats.org/officeDocument/2006/relationships" id="262" r:id="R7e908d0f6def4f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f3595d08a744cb" /><Relationship Type="http://schemas.openxmlformats.org/officeDocument/2006/relationships/slideMaster" Target="/ppt/slideMasters/slideMaster1.xml" Id="R14020136e0254f04" /><Relationship Type="http://schemas.openxmlformats.org/officeDocument/2006/relationships/notesMaster" Target="/ppt/notesMasters/notesMaster1.xml" Id="R5745cfa601cd4976" /><Relationship Type="http://schemas.openxmlformats.org/officeDocument/2006/relationships/presProps" Target="/ppt/presProps.xml" Id="R83a69894376b4ea9" /><Relationship Type="http://schemas.openxmlformats.org/officeDocument/2006/relationships/viewProps" Target="/ppt/viewProps.xml" Id="Rc56392ae1bb34a77" /><Relationship Type="http://schemas.openxmlformats.org/officeDocument/2006/relationships/tableStyles" Target="/ppt/tableStyles.xml" Id="Ra232beac077a42d9" /><Relationship Type="http://schemas.openxmlformats.org/officeDocument/2006/relationships/slide" Target="/ppt/slides/slide1.xml" Id="R2fdd59e73fa34af6" /><Relationship Type="http://schemas.openxmlformats.org/officeDocument/2006/relationships/slide" Target="/ppt/slides/slide2.xml" Id="Rfbf22828a90a4b17" /><Relationship Type="http://schemas.openxmlformats.org/officeDocument/2006/relationships/slide" Target="/ppt/slides/slide3.xml" Id="R99880af5cb694f12" /><Relationship Type="http://schemas.openxmlformats.org/officeDocument/2006/relationships/slide" Target="/ppt/slides/slide4.xml" Id="R97b357e37f5942d3" /><Relationship Type="http://schemas.openxmlformats.org/officeDocument/2006/relationships/slide" Target="/ppt/slides/slide5.xml" Id="R222be43f2a6748e3" /><Relationship Type="http://schemas.openxmlformats.org/officeDocument/2006/relationships/slide" Target="/ppt/slides/slide6.xml" Id="R3dcef0181f13464d" /><Relationship Type="http://schemas.openxmlformats.org/officeDocument/2006/relationships/slide" Target="/ppt/slides/slide7.xml" Id="R7e908d0f6def4f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b60e7309fb4b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d5a5d44dd043cb" /><Relationship Type="http://schemas.openxmlformats.org/officeDocument/2006/relationships/notesMaster" Target="/ppt/notesMasters/notesMaster1.xml" Id="R3ab2c09301334a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ded0850d894966" /><Relationship Type="http://schemas.openxmlformats.org/officeDocument/2006/relationships/notesMaster" Target="/ppt/notesMasters/notesMaster1.xml" Id="R2e46efd4219b46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c6e946691c4ff0" /><Relationship Type="http://schemas.openxmlformats.org/officeDocument/2006/relationships/notesMaster" Target="/ppt/notesMasters/notesMaster1.xml" Id="R3933a22df44a40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76c39423f4fd8" /><Relationship Type="http://schemas.openxmlformats.org/officeDocument/2006/relationships/notesMaster" Target="/ppt/notesMasters/notesMaster1.xml" Id="Re959503664b74b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9cd17965374f7a" /><Relationship Type="http://schemas.openxmlformats.org/officeDocument/2006/relationships/notesMaster" Target="/ppt/notesMasters/notesMaster1.xml" Id="Rb96dea9eece84b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c21062b5bc442a" /><Relationship Type="http://schemas.openxmlformats.org/officeDocument/2006/relationships/notesMaster" Target="/ppt/notesMasters/notesMaster1.xml" Id="R807da51f2a6a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63c88b83b944bb" /><Relationship Type="http://schemas.openxmlformats.org/officeDocument/2006/relationships/notesMaster" Target="/ppt/notesMasters/notesMaster1.xml" Id="Rde06a420070e40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a5726193942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0d195337e4c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5e2ec66564d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1481109c14d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663b5ca8549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7df8beee34b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71d63e6944bd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ae1481db942c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94676e43448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b4e22dd214c2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ac9e98c39490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CCAD66-EB8F-4BA1-B78C-A1B2EEB45E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9D2465-0E4F-440F-8E8D-373F4A7A53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F58180-32CA-4925-B0E3-5DB8E3C923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228CB-30BD-4BE4-A0DD-05725C66A3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61C02A-B060-4C80-A63B-125D032618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541D97-1210-4869-9D1D-6FED8A9A4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5D22219-881F-4854-A05D-2AE477A6DD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018068-8539-497F-AACD-9C445BA7CA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9F01F7-1760-48F7-99C7-5538F93EAA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0BD13C-A518-4275-8D91-2400AF6849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652AC8-D360-46C4-A001-3B0F33F74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859686-FB64-4C74-B137-6033F31245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748060-CF49-46C7-9F01-EF0A6D502C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75B330-2C89-44EF-B3DF-385E0ECB45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4340B-3C81-4DD0-90F4-2E63F34621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C4A492-8EF8-48A7-9EC9-C3B0044F4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D37F77-6388-4F2E-A32D-A46584B2F2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D401E62-0D42-4AC9-A9D1-5D7235F678B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657A61-F770-4CA1-BAD8-D69B7D8D4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D4336A-7568-4D1E-A292-34DEAC6F5E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359533-E8A4-4138-9585-2A1D154826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2D7D7D-D7C8-417F-A654-DDA597768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D131EA-7AB5-4A32-9130-8A464D8AD5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662973-D798-48E6-A4A1-97C663EE2F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0BEA485-ADBC-49E3-97F2-3910C595451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77BF2A9-35CC-4626-BB0B-5F77ADAA4AE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9F032A-8EE3-4210-950D-E4C6046803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1FB4F7-CA1B-4DA0-8447-AE3EB68B8F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2C89B-59C9-4FA3-9D55-4C29943652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BAD06A-C0C9-40EC-B094-6F00B18D4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D47F67-3388-4D56-9E49-8259EF6178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0E2EA5-33CB-4E9C-8B75-5DBEBC947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72D01A-06C5-48C0-A9ED-A55EC824F6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B308EC4-0CC0-414F-A2CA-830AAB6C2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69F014-4D5C-4DC9-8714-83B5B63F13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CA5EBF-568E-4EC2-B604-D25EB6EC67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26BE3F-5B26-4761-8725-D54901BA1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C6A4B8-F12E-41DF-BA25-D2E336F501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63B96F0-A8E0-467D-A20B-68312FC5E7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74B9A0-3CC8-42B4-875B-57B0DE8345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5B6FE7-3BBA-4B9A-A5FA-A72C05DACA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3AE3D5-C47E-466F-AFAC-93105ACA37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4B7457-78D3-4D27-A7BA-4F8E5B553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389C3AC-9A7B-4B65-85DF-940830801AB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D2E6EF-8A59-4BB3-B3BF-49D7110611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5160-3050-488A-9E83-15E6709CFB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AD4F0D-E97B-4D82-8DF4-ADC1100785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CA3BC8-2A80-4FC9-BCEA-8010CF629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EEDA6C-638C-4861-95E5-C4FB656BD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F2B584-B35C-4A65-B482-A1FC43306F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3EB7F9-DA81-4373-8696-967A3FB79C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96BD1F-E775-4337-9B1C-2B77A8B6BD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228A69-7F09-4A5A-995B-5BE0AEDF3B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D232109-01A2-48AA-AF0B-6F6174D41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B28753-BAB4-46B2-9087-F883E95048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728703-07DD-468A-B7CB-7CA0C3B453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87CFDC-7D31-42B8-B1F4-C99CDF434C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71404D-BA43-4119-9B2D-081A613E15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d8a4666aab4a5d" /><Relationship Type="http://schemas.openxmlformats.org/officeDocument/2006/relationships/slideLayout" Target="/ppt/slideLayouts/slideLayout1.xml" Id="Rf053116835cc4863" /><Relationship Type="http://schemas.openxmlformats.org/officeDocument/2006/relationships/slideLayout" Target="/ppt/slideLayouts/slideLayout2.xml" Id="R0311e13b353e49af" /><Relationship Type="http://schemas.openxmlformats.org/officeDocument/2006/relationships/slideLayout" Target="/ppt/slideLayouts/slideLayout3.xml" Id="Rf6778477c5e6438e" /><Relationship Type="http://schemas.openxmlformats.org/officeDocument/2006/relationships/slideLayout" Target="/ppt/slideLayouts/slideLayout4.xml" Id="R2f9d833b4a7949b4" /><Relationship Type="http://schemas.openxmlformats.org/officeDocument/2006/relationships/slideLayout" Target="/ppt/slideLayouts/slideLayout5.xml" Id="Ra724417fa62443ed" /><Relationship Type="http://schemas.openxmlformats.org/officeDocument/2006/relationships/slideLayout" Target="/ppt/slideLayouts/slideLayout6.xml" Id="Rc6516b8932d04659" /><Relationship Type="http://schemas.openxmlformats.org/officeDocument/2006/relationships/slideLayout" Target="/ppt/slideLayouts/slideLayout7.xml" Id="R0a79dd6afb4a4029" /><Relationship Type="http://schemas.openxmlformats.org/officeDocument/2006/relationships/slideLayout" Target="/ppt/slideLayouts/slideLayout8.xml" Id="Rfa4bf140584f4d08" /><Relationship Type="http://schemas.openxmlformats.org/officeDocument/2006/relationships/slideLayout" Target="/ppt/slideLayouts/slideLayout9.xml" Id="R3e202c9a40ce4407" /><Relationship Type="http://schemas.openxmlformats.org/officeDocument/2006/relationships/slideLayout" Target="/ppt/slideLayouts/slideLayout10.xml" Id="Rbf2b757a20f34b74" /><Relationship Type="http://schemas.openxmlformats.org/officeDocument/2006/relationships/slideLayout" Target="/ppt/slideLayouts/slideLayout11.xml" Id="R88df7e591fda4e4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C0DBE5B-342E-44BA-8574-43655641D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A0F65B-9CFF-4EBF-BF28-60474F2272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E2687A-7566-4B84-A809-3AFB10256FE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310339-309A-4CC3-A9C7-A5262D5E0E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739BD2-C2CB-430F-BFBF-F7F55EED079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3116835cc4863"/>
    <p:sldLayoutId xmlns:r="http://schemas.openxmlformats.org/officeDocument/2006/relationships" id="2147483650" r:id="R0311e13b353e49af"/>
    <p:sldLayoutId xmlns:r="http://schemas.openxmlformats.org/officeDocument/2006/relationships" id="2147483651" r:id="Rf6778477c5e6438e"/>
    <p:sldLayoutId xmlns:r="http://schemas.openxmlformats.org/officeDocument/2006/relationships" id="2147483652" r:id="R2f9d833b4a7949b4"/>
    <p:sldLayoutId xmlns:r="http://schemas.openxmlformats.org/officeDocument/2006/relationships" id="2147483653" r:id="Ra724417fa62443ed"/>
    <p:sldLayoutId xmlns:r="http://schemas.openxmlformats.org/officeDocument/2006/relationships" id="2147483654" r:id="Rc6516b8932d04659"/>
    <p:sldLayoutId xmlns:r="http://schemas.openxmlformats.org/officeDocument/2006/relationships" id="2147483655" r:id="R0a79dd6afb4a4029"/>
    <p:sldLayoutId xmlns:r="http://schemas.openxmlformats.org/officeDocument/2006/relationships" id="2147483656" r:id="Rfa4bf140584f4d08"/>
    <p:sldLayoutId xmlns:r="http://schemas.openxmlformats.org/officeDocument/2006/relationships" id="2147483657" r:id="R3e202c9a40ce4407"/>
    <p:sldLayoutId xmlns:r="http://schemas.openxmlformats.org/officeDocument/2006/relationships" id="2147483658" r:id="Rbf2b757a20f34b74"/>
    <p:sldLayoutId xmlns:r="http://schemas.openxmlformats.org/officeDocument/2006/relationships" id="2147483659" r:id="R88df7e591fda4e4e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0dbaef5cc47fd" /><Relationship Type="http://schemas.openxmlformats.org/officeDocument/2006/relationships/image" Target="/ppt/media/image.png" Id="Ra68ff842df7f429d" /><Relationship Type="http://schemas.openxmlformats.org/officeDocument/2006/relationships/image" Target="/ppt/media/image2.png" Id="Rac01e173eb36441e" /><Relationship Type="http://schemas.openxmlformats.org/officeDocument/2006/relationships/notesSlide" Target="/ppt/notesSlides/notesSlide1.xml" Id="R48d43d633e5644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3a710b5e354265" /><Relationship Type="http://schemas.openxmlformats.org/officeDocument/2006/relationships/image" Target="/ppt/media/image3.png" Id="Rfe25615173f842b3" /><Relationship Type="http://schemas.openxmlformats.org/officeDocument/2006/relationships/image" Target="/ppt/media/image4.png" Id="Rbf6d72c915c842fb" /><Relationship Type="http://schemas.openxmlformats.org/officeDocument/2006/relationships/notesSlide" Target="/ppt/notesSlides/notesSlide2.xml" Id="Rea0b5298f922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4f6ec11ea745e0" /><Relationship Type="http://schemas.openxmlformats.org/officeDocument/2006/relationships/image" Target="/ppt/media/image5.png" Id="Rdbbe48a604c44528" /><Relationship Type="http://schemas.openxmlformats.org/officeDocument/2006/relationships/image" Target="/ppt/media/image6.png" Id="Rb0686ec047594671" /><Relationship Type="http://schemas.openxmlformats.org/officeDocument/2006/relationships/notesSlide" Target="/ppt/notesSlides/notesSlide3.xml" Id="Re1d0b1530ecd4e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cd22a22f904004" /><Relationship Type="http://schemas.openxmlformats.org/officeDocument/2006/relationships/image" Target="/ppt/media/image7.png" Id="Rf19092ee47684437" /><Relationship Type="http://schemas.openxmlformats.org/officeDocument/2006/relationships/image" Target="/ppt/media/image8.png" Id="Rbb07c77368d849d1" /><Relationship Type="http://schemas.openxmlformats.org/officeDocument/2006/relationships/notesSlide" Target="/ppt/notesSlides/notesSlide4.xml" Id="Rc4be971b1b3447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db0e24c404833" /><Relationship Type="http://schemas.openxmlformats.org/officeDocument/2006/relationships/image" Target="/ppt/media/image9.png" Id="R31ae55a4566047dd" /><Relationship Type="http://schemas.openxmlformats.org/officeDocument/2006/relationships/image" Target="/ppt/media/image10.png" Id="Rb7b324553f564e6c" /><Relationship Type="http://schemas.openxmlformats.org/officeDocument/2006/relationships/notesSlide" Target="/ppt/notesSlides/notesSlide5.xml" Id="R2a1ec3b70b28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eafa8a934744c1" /><Relationship Type="http://schemas.openxmlformats.org/officeDocument/2006/relationships/image" Target="/ppt/media/image11.png" Id="R7ee3cf57f1544252" /><Relationship Type="http://schemas.openxmlformats.org/officeDocument/2006/relationships/image" Target="/ppt/media/image12.png" Id="R3e20d9a13c17430e" /><Relationship Type="http://schemas.openxmlformats.org/officeDocument/2006/relationships/notesSlide" Target="/ppt/notesSlides/notesSlide6.xml" Id="Rf264ea46a28940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bc5b3bc8d045ab" /><Relationship Type="http://schemas.openxmlformats.org/officeDocument/2006/relationships/image" Target="/ppt/media/image13.png" Id="R08e7a40bd6054e14" /><Relationship Type="http://schemas.openxmlformats.org/officeDocument/2006/relationships/image" Target="/ppt/media/image14.png" Id="R83e5dcaaefc543b0" /><Relationship Type="http://schemas.openxmlformats.org/officeDocument/2006/relationships/notesSlide" Target="/ppt/notesSlides/notesSlide7.xml" Id="Re360a21b6d12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8ff842df7f429d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37CBCBB4-2A80-4879-90BE-35C2BF93D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 early. Act safely. Escalate intelligently.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187598FE-2891-4894-B198-49993C2775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CropAI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916570-2D81-4602-9E58-AA0B21B0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Problem Statement – 26131</a:t>
            </a:r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– Crop disease &amp; pest infestation early detection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 – Agriculture / FoodTech / Rural Development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Category – Software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– Trouble Shooters</a:t>
            </a: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1e173eb3644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285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BB62D58-0AE2-4B3F-96DF-1F74DDEE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4CB14F9A-CD0A-416B-99B3-0770FEEA4F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CHALLENGE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EBC09F-0893-48B3-8DDD-295CCBBB1D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7C9F014-66DD-4A40-97B9-C0E55A7F10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CropAI • SIH 2026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53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5615173f842b3"/>
          <a:stretch xmlns:a="http://schemas.openxmlformats.org/drawingml/2006/main"/>
        </p:blipFill>
        <p:spPr>
          <a:xfrm xmlns:a="http://schemas.openxmlformats.org/drawingml/2006/main">
            <a:off x="1464733" y="1143000"/>
            <a:ext cx="9262533" cy="5210175"/>
          </a:xfrm>
          <a:prstGeom xmlns:a="http://schemas.openxmlformats.org/drawingml/2006/main" prst="rect">
            <a:avLst/>
          </a:prstGeom>
        </p:spPr>
      </p:pic>
      <p:pic>
        <p:nvPicPr>
          <p:cNvPr id="153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d72c915c842fb"/>
          <a:stretch xmlns:a="http://schemas.openxmlformats.org/drawingml/2006/main"/>
        </p:blipFill>
        <p:spPr>
          <a:xfrm xmlns:a="http://schemas.openxmlformats.org/drawingml/2006/main">
            <a:off x="9780080" y="1528"/>
            <a:ext cx="2249805" cy="1062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35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48EBDFD-8779-4ECD-9014-9B7D1ABAC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OUR SOLUTION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2D1786-1DF2-40E0-A5A1-F0B6D727EA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057C101-ACD2-4263-A17B-D8F67F8AA3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CropAI • SIH 2026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e48a604c44528"/>
          <a:stretch xmlns:a="http://schemas.openxmlformats.org/drawingml/2006/main"/>
        </p:blipFill>
        <p:spPr>
          <a:xfrm xmlns:a="http://schemas.openxmlformats.org/drawingml/2006/main">
            <a:off x="1464733" y="1143000"/>
            <a:ext cx="9262533" cy="5210175"/>
          </a:xfrm>
          <a:prstGeom xmlns:a="http://schemas.openxmlformats.org/drawingml/2006/main" prst="rect">
            <a:avLst/>
          </a:prstGeom>
        </p:spPr>
      </p:pic>
      <p:pic>
        <p:nvPicPr>
          <p:cNvPr id="17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86ec047594671"/>
          <a:stretch xmlns:a="http://schemas.openxmlformats.org/drawingml/2006/main"/>
        </p:blipFill>
        <p:spPr>
          <a:xfrm xmlns:a="http://schemas.openxmlformats.org/drawingml/2006/main">
            <a:off x="9780080" y="1528"/>
            <a:ext cx="2249805" cy="1062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934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48EBDFD-8779-4ECD-9014-9B7D1ABAC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HOW IT WORKS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2D1786-1DF2-40E0-A5A1-F0B6D727EA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 b="1">
                <a:solidFill>
                  <a:schemeClr val="bg1"/>
                </a:solidFill>
              </a:rPr>
              <a:t>4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057C101-ACD2-4263-A17B-D8F67F8AA3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CropAI • SIH 2026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092ee47684437"/>
          <a:stretch xmlns:a="http://schemas.openxmlformats.org/drawingml/2006/main"/>
        </p:blipFill>
        <p:spPr>
          <a:xfrm xmlns:a="http://schemas.openxmlformats.org/drawingml/2006/main">
            <a:off x="1464733" y="1143000"/>
            <a:ext cx="9262533" cy="5210175"/>
          </a:xfrm>
          <a:prstGeom xmlns:a="http://schemas.openxmlformats.org/drawingml/2006/main" prst="rect">
            <a:avLst/>
          </a:prstGeom>
        </p:spPr>
      </p:pic>
      <p:pic>
        <p:nvPicPr>
          <p:cNvPr id="17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7c77368d849d1"/>
          <a:stretch xmlns:a="http://schemas.openxmlformats.org/drawingml/2006/main"/>
        </p:blipFill>
        <p:spPr>
          <a:xfrm xmlns:a="http://schemas.openxmlformats.org/drawingml/2006/main">
            <a:off x="9780080" y="1528"/>
            <a:ext cx="2249805" cy="1062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934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A1E4A94-DA22-49F9-8787-FDA3ED115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WHY CROPAI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CDFE27-F7A7-434A-B784-1BEDDF4DF5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328BB1F-F660-4EA0-A44F-6D9885E55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CropAI • SIH 2026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e55a4566047dd"/>
          <a:stretch xmlns:a="http://schemas.openxmlformats.org/drawingml/2006/main"/>
        </p:blipFill>
        <p:spPr>
          <a:xfrm xmlns:a="http://schemas.openxmlformats.org/drawingml/2006/main">
            <a:off x="1464733" y="1143000"/>
            <a:ext cx="9262533" cy="5210175"/>
          </a:xfrm>
          <a:prstGeom xmlns:a="http://schemas.openxmlformats.org/drawingml/2006/main" prst="rect">
            <a:avLst/>
          </a:prstGeom>
        </p:spPr>
      </p:pic>
      <p:pic>
        <p:nvPicPr>
          <p:cNvPr id="17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324553f564e6c"/>
          <a:stretch xmlns:a="http://schemas.openxmlformats.org/drawingml/2006/main"/>
        </p:blipFill>
        <p:spPr>
          <a:xfrm xmlns:a="http://schemas.openxmlformats.org/drawingml/2006/main">
            <a:off x="9780080" y="1528"/>
            <a:ext cx="2249805" cy="1062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4E21E38-C3C5-42A4-A317-534374CD5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1E094-BDB2-4641-869E-D17051BAEF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E16C46F-C4CD-41ED-9B86-3708DF23A6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CropAI • SIH 2026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3cf57f1544252"/>
          <a:stretch xmlns:a="http://schemas.openxmlformats.org/drawingml/2006/main"/>
        </p:blipFill>
        <p:spPr>
          <a:xfrm xmlns:a="http://schemas.openxmlformats.org/drawingml/2006/main">
            <a:off x="1464733" y="1143000"/>
            <a:ext cx="9262533" cy="5210175"/>
          </a:xfrm>
          <a:prstGeom xmlns:a="http://schemas.openxmlformats.org/drawingml/2006/main" prst="rect">
            <a:avLst/>
          </a:prstGeom>
        </p:spPr>
      </p:pic>
      <p:pic>
        <p:nvPicPr>
          <p:cNvPr id="17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0d9a13c17430e"/>
          <a:stretch xmlns:a="http://schemas.openxmlformats.org/drawingml/2006/main"/>
        </p:blipFill>
        <p:spPr>
          <a:xfrm xmlns:a="http://schemas.openxmlformats.org/drawingml/2006/main">
            <a:off x="9780080" y="1528"/>
            <a:ext cx="2249805" cy="1062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A1E4A94-DA22-49F9-8787-FDA3ED115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THE OUTCOME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CDFE27-F7A7-434A-B784-1BEDDF4DF5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3D7D1C8-AE23-AA48-DF65-C742588DBE4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7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328BB1F-F660-4EA0-A44F-6D9885E55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CropAI • SIH 2026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7a40bd6054e14"/>
          <a:stretch xmlns:a="http://schemas.openxmlformats.org/drawingml/2006/main"/>
        </p:blipFill>
        <p:spPr>
          <a:xfrm xmlns:a="http://schemas.openxmlformats.org/drawingml/2006/main">
            <a:off x="1464733" y="1143000"/>
            <a:ext cx="9262533" cy="5210175"/>
          </a:xfrm>
          <a:prstGeom xmlns:a="http://schemas.openxmlformats.org/drawingml/2006/main" prst="rect">
            <a:avLst/>
          </a:prstGeom>
        </p:spPr>
      </p:pic>
      <p:pic>
        <p:nvPicPr>
          <p:cNvPr id="17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5dcaaefc543b0"/>
          <a:stretch xmlns:a="http://schemas.openxmlformats.org/drawingml/2006/main"/>
        </p:blipFill>
        <p:spPr>
          <a:xfrm xmlns:a="http://schemas.openxmlformats.org/drawingml/2006/main">
            <a:off x="9780080" y="1528"/>
            <a:ext cx="2249805" cy="1062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2026-09-01T04:28:36.6810000Z</dcterms:created>
  <dcterms:modified xsi:type="dcterms:W3CDTF">2026-09-01T04:28:36.6820000Z</dcterms:modified>
</coreProperties>
</file>