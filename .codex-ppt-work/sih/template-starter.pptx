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374a2199e4042" /><Relationship Type="http://schemas.openxmlformats.org/officeDocument/2006/relationships/extended-properties" Target="/docProps/app.xml" Id="R41f174f9bc934f9a" /><Relationship Type="http://schemas.openxmlformats.org/officeDocument/2006/relationships/officeDocument" Target="/ppt/presentation.xml" Id="R5f1f227bc99641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5ff315c12a41ae"/>
  </p:sldMasterIdLst>
  <p:notesMasterIdLst>
    <p:notesMasterId xmlns:r="http://schemas.openxmlformats.org/officeDocument/2006/relationships" r:id="R44b8de08254b494b"/>
  </p:notesMasterIdLst>
  <p:sldIdLst>
    <p:sldId xmlns:r="http://schemas.openxmlformats.org/officeDocument/2006/relationships" id="256" r:id="R8fb734339532489c"/>
    <p:sldId xmlns:r="http://schemas.openxmlformats.org/officeDocument/2006/relationships" id="257" r:id="R2191507f6c584781"/>
    <p:sldId xmlns:r="http://schemas.openxmlformats.org/officeDocument/2006/relationships" id="258" r:id="R1f8f2b223939463d"/>
    <p:sldId xmlns:r="http://schemas.openxmlformats.org/officeDocument/2006/relationships" id="259" r:id="Rc6c8f0bbf8ae4b53"/>
    <p:sldId xmlns:r="http://schemas.openxmlformats.org/officeDocument/2006/relationships" id="260" r:id="Rdc269310495a4d44"/>
    <p:sldId xmlns:r="http://schemas.openxmlformats.org/officeDocument/2006/relationships" id="261" r:id="R6fd863bbb3754966"/>
    <p:sldId xmlns:r="http://schemas.openxmlformats.org/officeDocument/2006/relationships" id="262" r:id="R98bdfa866c7d47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f60a4c3d89408d" /><Relationship Type="http://schemas.openxmlformats.org/officeDocument/2006/relationships/slideMaster" Target="/ppt/slideMasters/slideMaster1.xml" Id="Rd45ff315c12a41ae" /><Relationship Type="http://schemas.openxmlformats.org/officeDocument/2006/relationships/notesMaster" Target="/ppt/notesMasters/notesMaster1.xml" Id="R44b8de08254b494b" /><Relationship Type="http://schemas.openxmlformats.org/officeDocument/2006/relationships/presProps" Target="/ppt/presProps.xml" Id="R7523cdab6d154ef4" /><Relationship Type="http://schemas.openxmlformats.org/officeDocument/2006/relationships/viewProps" Target="/ppt/viewProps.xml" Id="Rddf34d23768a4312" /><Relationship Type="http://schemas.openxmlformats.org/officeDocument/2006/relationships/tableStyles" Target="/ppt/tableStyles.xml" Id="Rafd1ecbbdefb413d" /><Relationship Type="http://schemas.openxmlformats.org/officeDocument/2006/relationships/slide" Target="/ppt/slides/slide1.xml" Id="R8fb734339532489c" /><Relationship Type="http://schemas.openxmlformats.org/officeDocument/2006/relationships/slide" Target="/ppt/slides/slide2.xml" Id="R2191507f6c584781" /><Relationship Type="http://schemas.openxmlformats.org/officeDocument/2006/relationships/slide" Target="/ppt/slides/slide3.xml" Id="R1f8f2b223939463d" /><Relationship Type="http://schemas.openxmlformats.org/officeDocument/2006/relationships/slide" Target="/ppt/slides/slide4.xml" Id="Rc6c8f0bbf8ae4b53" /><Relationship Type="http://schemas.openxmlformats.org/officeDocument/2006/relationships/slide" Target="/ppt/slides/slide5.xml" Id="Rdc269310495a4d44" /><Relationship Type="http://schemas.openxmlformats.org/officeDocument/2006/relationships/slide" Target="/ppt/slides/slide6.xml" Id="R6fd863bbb3754966" /><Relationship Type="http://schemas.openxmlformats.org/officeDocument/2006/relationships/slide" Target="/ppt/slides/slide7.xml" Id="R98bdfa866c7d47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435f4f01d34a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55a3e7389e412c" /><Relationship Type="http://schemas.openxmlformats.org/officeDocument/2006/relationships/notesMaster" Target="/ppt/notesMasters/notesMaster1.xml" Id="Rafa0137cc6bb48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3664c9d47e4076" /><Relationship Type="http://schemas.openxmlformats.org/officeDocument/2006/relationships/notesMaster" Target="/ppt/notesMasters/notesMaster1.xml" Id="R155e1a38416e48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eb6322b7894ed9" /><Relationship Type="http://schemas.openxmlformats.org/officeDocument/2006/relationships/notesMaster" Target="/ppt/notesMasters/notesMaster1.xml" Id="R22b65ad90a4a43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171a1360fd47c6" /><Relationship Type="http://schemas.openxmlformats.org/officeDocument/2006/relationships/notesMaster" Target="/ppt/notesMasters/notesMaster1.xml" Id="R5c1005591d784f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aeea29d2b64415" /><Relationship Type="http://schemas.openxmlformats.org/officeDocument/2006/relationships/notesMaster" Target="/ppt/notesMasters/notesMaster1.xml" Id="Rd546cd52df154d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fb892f97e54e93" /><Relationship Type="http://schemas.openxmlformats.org/officeDocument/2006/relationships/notesMaster" Target="/ppt/notesMasters/notesMaster1.xml" Id="R2d125441d28c47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e72867513741da" /><Relationship Type="http://schemas.openxmlformats.org/officeDocument/2006/relationships/notesMaster" Target="/ppt/notesMasters/notesMaster1.xml" Id="R505c2622dcf44d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80a8903ac40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8ba599b1e40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79b23bc2c347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02458ce954d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5ebb9b96804f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9b044e0b14a5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dbd1af07f94e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cbd86e2e945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a70c86cf349f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125bf631304c0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df9086ceb416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CCAD66-EB8F-4BA1-B78C-A1B2EEB45E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9D2465-0E4F-440F-8E8D-373F4A7A53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F58180-32CA-4925-B0E3-5DB8E3C923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228CB-30BD-4BE4-A0DD-05725C66A3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61C02A-B060-4C80-A63B-125D032618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541D97-1210-4869-9D1D-6FED8A9A4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5D22219-881F-4854-A05D-2AE477A6DD6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018068-8539-497F-AACD-9C445BA7C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9F01F7-1760-48F7-99C7-5538F93EAA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0BD13C-A518-4275-8D91-2400AF6849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652AC8-D360-46C4-A001-3B0F33F74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F859686-FB64-4C74-B137-6033F31245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748060-CF49-46C7-9F01-EF0A6D502C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75B330-2C89-44EF-B3DF-385E0ECB45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4340B-3C81-4DD0-90F4-2E63F34621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C4A492-8EF8-48A7-9EC9-C3B0044F49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AD37F77-6388-4F2E-A32D-A46584B2F2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D401E62-0D42-4AC9-A9D1-5D7235F678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657A61-F770-4CA1-BAD8-D69B7D8D4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7D4336A-7568-4D1E-A292-34DEAC6F5E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359533-E8A4-4138-9585-2A1D154826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2D7D7D-D7C8-417F-A654-DDA597768E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D131EA-7AB5-4A32-9130-8A464D8AD5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8662973-D798-48E6-A4A1-97C663EE2F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0BEA485-ADBC-49E3-97F2-3910C595451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77BF2A9-35CC-4626-BB0B-5F77ADAA4AE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9F032A-8EE3-4210-950D-E4C6046803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1FB4F7-CA1B-4DA0-8447-AE3EB68B8F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2C89B-59C9-4FA3-9D55-4C29943652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BAD06A-C0C9-40EC-B094-6F00B18D4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D47F67-3388-4D56-9E49-8259EF6178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0E2EA5-33CB-4E9C-8B75-5DBEBC9471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72D01A-06C5-48C0-A9ED-A55EC824F6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B308EC4-0CC0-414F-A2CA-830AAB6C2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E69F014-4D5C-4DC9-8714-83B5B63F13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CA5EBF-568E-4EC2-B604-D25EB6EC67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26BE3F-5B26-4761-8725-D54901BA18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C6A4B8-F12E-41DF-BA25-D2E336F501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63B96F0-A8E0-467D-A20B-68312FC5E7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974B9A0-3CC8-42B4-875B-57B0DE8345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5B6FE7-3BBA-4B9A-A5FA-A72C05DACA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3AE3D5-C47E-466F-AFAC-93105ACA37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4B7457-78D3-4D27-A7BA-4F8E5B553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389C3AC-9A7B-4B65-85DF-940830801AB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D2E6EF-8A59-4BB3-B3BF-49D7110611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A65160-3050-488A-9E83-15E6709CFB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AD4F0D-E97B-4D82-8DF4-ADC1100785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3CA3BC8-2A80-4FC9-BCEA-8010CF629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EEDA6C-638C-4861-95E5-C4FB656BD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F2B584-B35C-4A65-B482-A1FC43306F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3EB7F9-DA81-4373-8696-967A3FB79C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96BD1F-E775-4337-9B1C-2B77A8B6BD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228A69-7F09-4A5A-995B-5BE0AEDF3B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D232109-01A2-48AA-AF0B-6F6174D41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B28753-BAB4-46B2-9087-F883E95048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728703-07DD-468A-B7CB-7CA0C3B453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87CFDC-7D31-42B8-B1F4-C99CDF434C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71404D-BA43-4119-9B2D-081A613E15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37589ed82b457a" /><Relationship Type="http://schemas.openxmlformats.org/officeDocument/2006/relationships/slideLayout" Target="/ppt/slideLayouts/slideLayout1.xml" Id="R1ed039bc51844967" /><Relationship Type="http://schemas.openxmlformats.org/officeDocument/2006/relationships/slideLayout" Target="/ppt/slideLayouts/slideLayout2.xml" Id="R6fc7fcd3e8f04963" /><Relationship Type="http://schemas.openxmlformats.org/officeDocument/2006/relationships/slideLayout" Target="/ppt/slideLayouts/slideLayout3.xml" Id="Rdbbea6a5bde14a54" /><Relationship Type="http://schemas.openxmlformats.org/officeDocument/2006/relationships/slideLayout" Target="/ppt/slideLayouts/slideLayout4.xml" Id="Reb25ef25cacf4952" /><Relationship Type="http://schemas.openxmlformats.org/officeDocument/2006/relationships/slideLayout" Target="/ppt/slideLayouts/slideLayout5.xml" Id="R4c7655ccf67849f4" /><Relationship Type="http://schemas.openxmlformats.org/officeDocument/2006/relationships/slideLayout" Target="/ppt/slideLayouts/slideLayout6.xml" Id="Rdff03dc39abf41f8" /><Relationship Type="http://schemas.openxmlformats.org/officeDocument/2006/relationships/slideLayout" Target="/ppt/slideLayouts/slideLayout7.xml" Id="R6593aa14bf414428" /><Relationship Type="http://schemas.openxmlformats.org/officeDocument/2006/relationships/slideLayout" Target="/ppt/slideLayouts/slideLayout8.xml" Id="Rbe2c327968374b37" /><Relationship Type="http://schemas.openxmlformats.org/officeDocument/2006/relationships/slideLayout" Target="/ppt/slideLayouts/slideLayout9.xml" Id="R0e0a801b02a64000" /><Relationship Type="http://schemas.openxmlformats.org/officeDocument/2006/relationships/slideLayout" Target="/ppt/slideLayouts/slideLayout10.xml" Id="R31851fe9525a4f2f" /><Relationship Type="http://schemas.openxmlformats.org/officeDocument/2006/relationships/slideLayout" Target="/ppt/slideLayouts/slideLayout11.xml" Id="R954042d579ca469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C0DBE5B-342E-44BA-8574-43655641D0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A0F65B-9CFF-4EBF-BF28-60474F2272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E2687A-7566-4B84-A809-3AFB10256FE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310339-309A-4CC3-A9C7-A5262D5E0E4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739BD2-C2CB-430F-BFBF-F7F55EED079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d039bc51844967"/>
    <p:sldLayoutId xmlns:r="http://schemas.openxmlformats.org/officeDocument/2006/relationships" id="2147483650" r:id="R6fc7fcd3e8f04963"/>
    <p:sldLayoutId xmlns:r="http://schemas.openxmlformats.org/officeDocument/2006/relationships" id="2147483651" r:id="Rdbbea6a5bde14a54"/>
    <p:sldLayoutId xmlns:r="http://schemas.openxmlformats.org/officeDocument/2006/relationships" id="2147483652" r:id="Reb25ef25cacf4952"/>
    <p:sldLayoutId xmlns:r="http://schemas.openxmlformats.org/officeDocument/2006/relationships" id="2147483653" r:id="R4c7655ccf67849f4"/>
    <p:sldLayoutId xmlns:r="http://schemas.openxmlformats.org/officeDocument/2006/relationships" id="2147483654" r:id="Rdff03dc39abf41f8"/>
    <p:sldLayoutId xmlns:r="http://schemas.openxmlformats.org/officeDocument/2006/relationships" id="2147483655" r:id="R6593aa14bf414428"/>
    <p:sldLayoutId xmlns:r="http://schemas.openxmlformats.org/officeDocument/2006/relationships" id="2147483656" r:id="Rbe2c327968374b37"/>
    <p:sldLayoutId xmlns:r="http://schemas.openxmlformats.org/officeDocument/2006/relationships" id="2147483657" r:id="R0e0a801b02a64000"/>
    <p:sldLayoutId xmlns:r="http://schemas.openxmlformats.org/officeDocument/2006/relationships" id="2147483658" r:id="R31851fe9525a4f2f"/>
    <p:sldLayoutId xmlns:r="http://schemas.openxmlformats.org/officeDocument/2006/relationships" id="2147483659" r:id="R954042d579ca469f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63b40427e4aaf" /><Relationship Type="http://schemas.openxmlformats.org/officeDocument/2006/relationships/image" Target="/ppt/media/image.png" Id="R080f2f52cff64565" /><Relationship Type="http://schemas.openxmlformats.org/officeDocument/2006/relationships/image" Target="/ppt/media/image2.png" Id="R4e71e3e87a9344c7" /><Relationship Type="http://schemas.openxmlformats.org/officeDocument/2006/relationships/notesSlide" Target="/ppt/notesSlides/notesSlide1.xml" Id="Rcdd37c5af69842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549aca796d4d54" /><Relationship Type="http://schemas.openxmlformats.org/officeDocument/2006/relationships/image" Target="/ppt/media/image2.png" Id="Re6212f4dbc424eff" /><Relationship Type="http://schemas.openxmlformats.org/officeDocument/2006/relationships/notesSlide" Target="/ppt/notesSlides/notesSlide2.xml" Id="R9a9cefa3e1ff4f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9881bfed7a4c97" /><Relationship Type="http://schemas.openxmlformats.org/officeDocument/2006/relationships/image" Target="/ppt/media/image2.png" Id="Rc20aa8a597504da1" /><Relationship Type="http://schemas.openxmlformats.org/officeDocument/2006/relationships/notesSlide" Target="/ppt/notesSlides/notesSlide3.xml" Id="R2e2e19eb215b45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cd5294c1bc4cf5" /><Relationship Type="http://schemas.openxmlformats.org/officeDocument/2006/relationships/image" Target="/ppt/media/image2.png" Id="Rda5d9183e4994f4c" /><Relationship Type="http://schemas.openxmlformats.org/officeDocument/2006/relationships/notesSlide" Target="/ppt/notesSlides/notesSlide4.xml" Id="Rbabceef18e2042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35c661b32946cd" /><Relationship Type="http://schemas.openxmlformats.org/officeDocument/2006/relationships/image" Target="/ppt/media/image2.png" Id="R4935c82b87b541d8" /><Relationship Type="http://schemas.openxmlformats.org/officeDocument/2006/relationships/notesSlide" Target="/ppt/notesSlides/notesSlide5.xml" Id="Rf13f80665ba045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c3e605a51b4817" /><Relationship Type="http://schemas.openxmlformats.org/officeDocument/2006/relationships/image" Target="/ppt/media/image2.png" Id="R3be9ebd81ac04403" /><Relationship Type="http://schemas.openxmlformats.org/officeDocument/2006/relationships/notesSlide" Target="/ppt/notesSlides/notesSlide6.xml" Id="Rb1ef264343f245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cdf9b1241c405a" /><Relationship Type="http://schemas.openxmlformats.org/officeDocument/2006/relationships/image" Target="/ppt/media/image2.png" Id="R62c067076c7947f4" /><Relationship Type="http://schemas.openxmlformats.org/officeDocument/2006/relationships/notesSlide" Target="/ppt/notesSlides/notesSlide7.xml" Id="R9a46f0ed08854e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0f2f52cff64565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37CBCBB4-2A80-4879-90BE-35C2BF93D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187598FE-2891-4894-B198-49993C2775C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D916570-2D81-4602-9E58-AA0B21B0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03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–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Software/Hardware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 (Registered on portal)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4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1e3e87a9344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285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BB62D58-0AE2-4B3F-96DF-1F74DDEE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4CB14F9A-CD0A-416B-99B3-0770FEEA4F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/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5872D168-7971-43DD-867B-76EF42B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>Proposed Solution (Describe your Idea/Solution/Prototype)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Detailed explanation of the proposed solution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How it addresses the problem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Innovation and uniqueness of the solution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EBC09F-0893-48B3-8DDD-295CCBBB1D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7C9F014-66DD-4A40-97B9-C0E55A7F10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537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12f4dbc42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35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48EBDFD-8779-4ECD-9014-9B7D1ABAC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9A242DCB-E75E-47C4-99BD-E073812E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2D1786-1DF2-40E0-A5A1-F0B6D727EA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057C101-ACD2-4263-A17B-D8F67F8AA3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aa8a597504d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934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48EBDFD-8779-4ECD-9014-9B7D1ABAC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9A242DCB-E75E-47C4-99BD-E073812E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2D1786-1DF2-40E0-A5A1-F0B6D727EA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057C101-ACD2-4263-A17B-D8F67F8AA3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d9183e499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9934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A1E4A94-DA22-49F9-8787-FDA3ED115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12A8C6A-C52F-452C-AA99-F9CC47B1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CDFE27-F7A7-434A-B784-1BEDDF4DF5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328BB1F-F660-4EA0-A44F-6D9885E55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5c82b87b541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4E21E38-C3C5-42A4-A317-534374CD5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08C9FDB7-8860-4179-BCBE-923CABA5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Analysis of the feasibility of the idea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Strategies</a:t>
            </a: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 for overcoming these challenges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21E094-BDB2-4641-869E-D17051BAEF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E16C46F-C4CD-41ED-9B86-3708DF23A6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9ebd81ac044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AA1E4A94-DA22-49F9-8787-FDA3ED115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12A8C6A-C52F-452C-AA99-F9CC47B1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CDFE27-F7A7-434A-B784-1BEDDF4DF5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328BB1F-F660-4EA0-A44F-6D9885E55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067076c7947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2026-09-01T04:22:16.8490000Z</dcterms:created>
  <dcterms:modified xsi:type="dcterms:W3CDTF">2026-09-01T04:22:16.8490000Z</dcterms:modified>
</coreProperties>
</file>